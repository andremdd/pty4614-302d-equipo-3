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lacial Indifference" charset="1" panose="00000000000000000000"/>
      <p:regular r:id="rId12"/>
    </p:embeddedFont>
    <p:embeddedFont>
      <p:font typeface="Glacial Indifference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141436" y="5158003"/>
            <a:ext cx="8005127" cy="181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Realizado por Alberto Asenjo</a:t>
            </a:r>
          </a:p>
          <a:p>
            <a:pPr algn="ctr">
              <a:lnSpc>
                <a:spcPts val="4808"/>
              </a:lnSpc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Andre Muñoz</a:t>
            </a:r>
          </a:p>
          <a:p>
            <a:pPr algn="ctr" marL="0" indent="0" lvl="0">
              <a:lnSpc>
                <a:spcPts val="4808"/>
              </a:lnSpc>
              <a:spcBef>
                <a:spcPct val="0"/>
              </a:spcBef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Yhoventino Albornoz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4995" y="3193274"/>
            <a:ext cx="11898010" cy="204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7"/>
              </a:lnSpc>
            </a:pPr>
            <a:r>
              <a:rPr lang="en-US" b="true" sz="11898" spc="111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CLOCKWORK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01515" y="0"/>
            <a:ext cx="7486485" cy="10287000"/>
          </a:xfrm>
          <a:custGeom>
            <a:avLst/>
            <a:gdLst/>
            <a:ahLst/>
            <a:cxnLst/>
            <a:rect r="r" b="b" t="t" l="l"/>
            <a:pathLst>
              <a:path h="10287000" w="7486485">
                <a:moveTo>
                  <a:pt x="0" y="0"/>
                </a:moveTo>
                <a:lnTo>
                  <a:pt x="7486485" y="0"/>
                </a:lnTo>
                <a:lnTo>
                  <a:pt x="74864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20" r="-12230" b="-126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904222" y="1615133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904222" y="4082358"/>
            <a:ext cx="7510737" cy="476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Desde 2021 se desarr</a:t>
            </a:r>
            <a:r>
              <a:rPr lang="en-US" sz="2994" spc="65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olla un proyecto audiovisual de música infantil realizado por dos personas que trabajan desde distintas ubicaciones y horarios. Actualmente no existe una herramienta que permita registrar y visualizar las horas trabajadas, las tareas realizadas y los resultados obtenidos.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04222" y="2444870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 PROYECTO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8759" y="-3137027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651334" y="3145396"/>
            <a:ext cx="14864193" cy="3996208"/>
            <a:chOff x="0" y="0"/>
            <a:chExt cx="3120589" cy="8389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20589" cy="838964"/>
            </a:xfrm>
            <a:custGeom>
              <a:avLst/>
              <a:gdLst/>
              <a:ahLst/>
              <a:cxnLst/>
              <a:rect r="r" b="b" t="t" l="l"/>
              <a:pathLst>
                <a:path h="838964" w="3120589">
                  <a:moveTo>
                    <a:pt x="30730" y="0"/>
                  </a:moveTo>
                  <a:lnTo>
                    <a:pt x="3089859" y="0"/>
                  </a:lnTo>
                  <a:cubicBezTo>
                    <a:pt x="3106831" y="0"/>
                    <a:pt x="3120589" y="13758"/>
                    <a:pt x="3120589" y="30730"/>
                  </a:cubicBezTo>
                  <a:lnTo>
                    <a:pt x="3120589" y="808234"/>
                  </a:lnTo>
                  <a:cubicBezTo>
                    <a:pt x="3120589" y="816384"/>
                    <a:pt x="3117352" y="824200"/>
                    <a:pt x="3111589" y="829963"/>
                  </a:cubicBezTo>
                  <a:cubicBezTo>
                    <a:pt x="3105826" y="835726"/>
                    <a:pt x="3098010" y="838964"/>
                    <a:pt x="3089859" y="838964"/>
                  </a:cubicBezTo>
                  <a:lnTo>
                    <a:pt x="30730" y="838964"/>
                  </a:lnTo>
                  <a:cubicBezTo>
                    <a:pt x="22580" y="838964"/>
                    <a:pt x="14763" y="835726"/>
                    <a:pt x="9001" y="829963"/>
                  </a:cubicBezTo>
                  <a:cubicBezTo>
                    <a:pt x="3238" y="824200"/>
                    <a:pt x="0" y="816384"/>
                    <a:pt x="0" y="808234"/>
                  </a:cubicBezTo>
                  <a:lnTo>
                    <a:pt x="0" y="30730"/>
                  </a:lnTo>
                  <a:cubicBezTo>
                    <a:pt x="0" y="22580"/>
                    <a:pt x="3238" y="14763"/>
                    <a:pt x="9001" y="9001"/>
                  </a:cubicBezTo>
                  <a:cubicBezTo>
                    <a:pt x="14763" y="3238"/>
                    <a:pt x="22580" y="0"/>
                    <a:pt x="30730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120589" cy="829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19315" y="3577885"/>
            <a:ext cx="13928231" cy="307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0"/>
              </a:lnSpc>
            </a:pPr>
            <a:r>
              <a:rPr lang="en-US" sz="2921" spc="6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Diseñar e implementar , una plataforma web que sea escalable y resuelva la necesidad de monitoreo colaborativo en el proyecto audiovisual  La plataforma permitirá a los dos colaboradores registrar sus horas de entrada y salida, y anotar tareas diarias desde un listado predefinido Además, el administrador tendrá acceso a un módulo de supervisión con informes gráficos en formato PDF, que incluirán datos de horas diarias, semanales y mensuales.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151301">
            <a:off x="9704519" y="6948900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294880" y="923999"/>
            <a:ext cx="10169335" cy="121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41"/>
              </a:lnSpc>
            </a:pPr>
            <a:r>
              <a:rPr lang="en-US" sz="7029" spc="66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66038" y="2649914"/>
            <a:ext cx="3818476" cy="66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b="true" sz="3883" spc="16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Efiiencia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3233" y="3606054"/>
            <a:ext cx="4986130" cy="2624319"/>
            <a:chOff x="0" y="0"/>
            <a:chExt cx="1273066" cy="670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3066" cy="670045"/>
            </a:xfrm>
            <a:custGeom>
              <a:avLst/>
              <a:gdLst/>
              <a:ahLst/>
              <a:cxnLst/>
              <a:rect r="r" b="b" t="t" l="l"/>
              <a:pathLst>
                <a:path h="670045" w="1273066">
                  <a:moveTo>
                    <a:pt x="40370" y="0"/>
                  </a:moveTo>
                  <a:lnTo>
                    <a:pt x="1232696" y="0"/>
                  </a:lnTo>
                  <a:cubicBezTo>
                    <a:pt x="1254992" y="0"/>
                    <a:pt x="1273066" y="18074"/>
                    <a:pt x="1273066" y="40370"/>
                  </a:cubicBezTo>
                  <a:lnTo>
                    <a:pt x="1273066" y="629675"/>
                  </a:lnTo>
                  <a:cubicBezTo>
                    <a:pt x="1273066" y="651971"/>
                    <a:pt x="1254992" y="670045"/>
                    <a:pt x="1232696" y="670045"/>
                  </a:cubicBezTo>
                  <a:lnTo>
                    <a:pt x="40370" y="670045"/>
                  </a:lnTo>
                  <a:cubicBezTo>
                    <a:pt x="18074" y="670045"/>
                    <a:pt x="0" y="651971"/>
                    <a:pt x="0" y="629675"/>
                  </a:cubicBezTo>
                  <a:lnTo>
                    <a:pt x="0" y="40370"/>
                  </a:lnTo>
                  <a:cubicBezTo>
                    <a:pt x="0" y="18074"/>
                    <a:pt x="18074" y="0"/>
                    <a:pt x="40370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273066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86611" y="3606054"/>
            <a:ext cx="4986130" cy="2624319"/>
            <a:chOff x="0" y="0"/>
            <a:chExt cx="1273066" cy="6700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066" cy="670045"/>
            </a:xfrm>
            <a:custGeom>
              <a:avLst/>
              <a:gdLst/>
              <a:ahLst/>
              <a:cxnLst/>
              <a:rect r="r" b="b" t="t" l="l"/>
              <a:pathLst>
                <a:path h="670045" w="1273066">
                  <a:moveTo>
                    <a:pt x="40370" y="0"/>
                  </a:moveTo>
                  <a:lnTo>
                    <a:pt x="1232696" y="0"/>
                  </a:lnTo>
                  <a:cubicBezTo>
                    <a:pt x="1254992" y="0"/>
                    <a:pt x="1273066" y="18074"/>
                    <a:pt x="1273066" y="40370"/>
                  </a:cubicBezTo>
                  <a:lnTo>
                    <a:pt x="1273066" y="629675"/>
                  </a:lnTo>
                  <a:cubicBezTo>
                    <a:pt x="1273066" y="651971"/>
                    <a:pt x="1254992" y="670045"/>
                    <a:pt x="1232696" y="670045"/>
                  </a:cubicBezTo>
                  <a:lnTo>
                    <a:pt x="40370" y="670045"/>
                  </a:lnTo>
                  <a:cubicBezTo>
                    <a:pt x="18074" y="670045"/>
                    <a:pt x="0" y="651971"/>
                    <a:pt x="0" y="629675"/>
                  </a:cubicBezTo>
                  <a:lnTo>
                    <a:pt x="0" y="40370"/>
                  </a:lnTo>
                  <a:cubicBezTo>
                    <a:pt x="0" y="18074"/>
                    <a:pt x="18074" y="0"/>
                    <a:pt x="40370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273066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86832" y="3606054"/>
            <a:ext cx="4986130" cy="2624319"/>
            <a:chOff x="0" y="0"/>
            <a:chExt cx="1273066" cy="6700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3066" cy="670045"/>
            </a:xfrm>
            <a:custGeom>
              <a:avLst/>
              <a:gdLst/>
              <a:ahLst/>
              <a:cxnLst/>
              <a:rect r="r" b="b" t="t" l="l"/>
              <a:pathLst>
                <a:path h="670045" w="1273066">
                  <a:moveTo>
                    <a:pt x="40370" y="0"/>
                  </a:moveTo>
                  <a:lnTo>
                    <a:pt x="1232696" y="0"/>
                  </a:lnTo>
                  <a:cubicBezTo>
                    <a:pt x="1254992" y="0"/>
                    <a:pt x="1273066" y="18074"/>
                    <a:pt x="1273066" y="40370"/>
                  </a:cubicBezTo>
                  <a:lnTo>
                    <a:pt x="1273066" y="629675"/>
                  </a:lnTo>
                  <a:cubicBezTo>
                    <a:pt x="1273066" y="651971"/>
                    <a:pt x="1254992" y="670045"/>
                    <a:pt x="1232696" y="670045"/>
                  </a:cubicBezTo>
                  <a:lnTo>
                    <a:pt x="40370" y="670045"/>
                  </a:lnTo>
                  <a:cubicBezTo>
                    <a:pt x="18074" y="670045"/>
                    <a:pt x="0" y="651971"/>
                    <a:pt x="0" y="629675"/>
                  </a:cubicBezTo>
                  <a:lnTo>
                    <a:pt x="0" y="40370"/>
                  </a:lnTo>
                  <a:cubicBezTo>
                    <a:pt x="0" y="18074"/>
                    <a:pt x="18074" y="0"/>
                    <a:pt x="40370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273066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33440" y="191436"/>
            <a:ext cx="10372865" cy="254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 ESPECÍFICOS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2336" y="2871546"/>
            <a:ext cx="1947924" cy="12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4"/>
              </a:lnSpc>
            </a:pPr>
            <a:r>
              <a:rPr lang="en-US" b="true" sz="7138" spc="671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05714" y="2871546"/>
            <a:ext cx="1947924" cy="12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4"/>
              </a:lnSpc>
            </a:pPr>
            <a:r>
              <a:rPr lang="en-US" b="true" sz="7138" spc="671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05935" y="2871546"/>
            <a:ext cx="1947924" cy="12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4"/>
              </a:lnSpc>
            </a:pPr>
            <a:r>
              <a:rPr lang="en-US" b="true" sz="7138" spc="671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0616" y="4186357"/>
            <a:ext cx="4471364" cy="141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695" spc="5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695" spc="59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mplementar un calendario mensual con botones de ingreso y salida por día.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6728" y="4235761"/>
            <a:ext cx="4425897" cy="130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3" spc="5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513" spc="55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ontabilizar las horas trabajadas por fecha y generar un conteo semanal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12416" y="4186357"/>
            <a:ext cx="4425897" cy="141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2713" spc="5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</a:t>
            </a:r>
            <a:r>
              <a:rPr lang="en-US" sz="2713" spc="59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rmitir el registro diario de tareas mediante un listado predefinido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321534" y="-28554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7304767" y="85476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0" y="925830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-937766" y="8402769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672866">
            <a:off x="-1045588" y="-178351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-10799999">
            <a:off x="14291698" y="6505794"/>
            <a:ext cx="4059673" cy="3793949"/>
          </a:xfrm>
          <a:custGeom>
            <a:avLst/>
            <a:gdLst/>
            <a:ahLst/>
            <a:cxnLst/>
            <a:rect r="r" b="b" t="t" l="l"/>
            <a:pathLst>
              <a:path h="3793949" w="4059673">
                <a:moveTo>
                  <a:pt x="0" y="0"/>
                </a:moveTo>
                <a:lnTo>
                  <a:pt x="4059673" y="0"/>
                </a:lnTo>
                <a:lnTo>
                  <a:pt x="4059673" y="3793949"/>
                </a:lnTo>
                <a:lnTo>
                  <a:pt x="0" y="379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6983932"/>
            <a:ext cx="4986130" cy="2624319"/>
            <a:chOff x="0" y="0"/>
            <a:chExt cx="1273066" cy="6700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3066" cy="670045"/>
            </a:xfrm>
            <a:custGeom>
              <a:avLst/>
              <a:gdLst/>
              <a:ahLst/>
              <a:cxnLst/>
              <a:rect r="r" b="b" t="t" l="l"/>
              <a:pathLst>
                <a:path h="670045" w="1273066">
                  <a:moveTo>
                    <a:pt x="40370" y="0"/>
                  </a:moveTo>
                  <a:lnTo>
                    <a:pt x="1232696" y="0"/>
                  </a:lnTo>
                  <a:cubicBezTo>
                    <a:pt x="1254992" y="0"/>
                    <a:pt x="1273066" y="18074"/>
                    <a:pt x="1273066" y="40370"/>
                  </a:cubicBezTo>
                  <a:lnTo>
                    <a:pt x="1273066" y="629675"/>
                  </a:lnTo>
                  <a:cubicBezTo>
                    <a:pt x="1273066" y="651971"/>
                    <a:pt x="1254992" y="670045"/>
                    <a:pt x="1232696" y="670045"/>
                  </a:cubicBezTo>
                  <a:lnTo>
                    <a:pt x="40370" y="670045"/>
                  </a:lnTo>
                  <a:cubicBezTo>
                    <a:pt x="18074" y="670045"/>
                    <a:pt x="0" y="651971"/>
                    <a:pt x="0" y="629675"/>
                  </a:cubicBezTo>
                  <a:lnTo>
                    <a:pt x="0" y="40370"/>
                  </a:lnTo>
                  <a:cubicBezTo>
                    <a:pt x="0" y="18074"/>
                    <a:pt x="18074" y="0"/>
                    <a:pt x="40370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273066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32078" y="6983932"/>
            <a:ext cx="4986130" cy="2624319"/>
            <a:chOff x="0" y="0"/>
            <a:chExt cx="1273066" cy="6700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3066" cy="670045"/>
            </a:xfrm>
            <a:custGeom>
              <a:avLst/>
              <a:gdLst/>
              <a:ahLst/>
              <a:cxnLst/>
              <a:rect r="r" b="b" t="t" l="l"/>
              <a:pathLst>
                <a:path h="670045" w="1273066">
                  <a:moveTo>
                    <a:pt x="40370" y="0"/>
                  </a:moveTo>
                  <a:lnTo>
                    <a:pt x="1232696" y="0"/>
                  </a:lnTo>
                  <a:cubicBezTo>
                    <a:pt x="1254992" y="0"/>
                    <a:pt x="1273066" y="18074"/>
                    <a:pt x="1273066" y="40370"/>
                  </a:cubicBezTo>
                  <a:lnTo>
                    <a:pt x="1273066" y="629675"/>
                  </a:lnTo>
                  <a:cubicBezTo>
                    <a:pt x="1273066" y="651971"/>
                    <a:pt x="1254992" y="670045"/>
                    <a:pt x="1232696" y="670045"/>
                  </a:cubicBezTo>
                  <a:lnTo>
                    <a:pt x="40370" y="670045"/>
                  </a:lnTo>
                  <a:cubicBezTo>
                    <a:pt x="18074" y="670045"/>
                    <a:pt x="0" y="651971"/>
                    <a:pt x="0" y="629675"/>
                  </a:cubicBezTo>
                  <a:lnTo>
                    <a:pt x="0" y="40370"/>
                  </a:lnTo>
                  <a:cubicBezTo>
                    <a:pt x="0" y="18074"/>
                    <a:pt x="18074" y="0"/>
                    <a:pt x="40370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273066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32299" y="6983932"/>
            <a:ext cx="4986130" cy="2624319"/>
            <a:chOff x="0" y="0"/>
            <a:chExt cx="1273066" cy="6700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3066" cy="670045"/>
            </a:xfrm>
            <a:custGeom>
              <a:avLst/>
              <a:gdLst/>
              <a:ahLst/>
              <a:cxnLst/>
              <a:rect r="r" b="b" t="t" l="l"/>
              <a:pathLst>
                <a:path h="670045" w="1273066">
                  <a:moveTo>
                    <a:pt x="40370" y="0"/>
                  </a:moveTo>
                  <a:lnTo>
                    <a:pt x="1232696" y="0"/>
                  </a:lnTo>
                  <a:cubicBezTo>
                    <a:pt x="1254992" y="0"/>
                    <a:pt x="1273066" y="18074"/>
                    <a:pt x="1273066" y="40370"/>
                  </a:cubicBezTo>
                  <a:lnTo>
                    <a:pt x="1273066" y="629675"/>
                  </a:lnTo>
                  <a:cubicBezTo>
                    <a:pt x="1273066" y="651971"/>
                    <a:pt x="1254992" y="670045"/>
                    <a:pt x="1232696" y="670045"/>
                  </a:cubicBezTo>
                  <a:lnTo>
                    <a:pt x="40370" y="670045"/>
                  </a:lnTo>
                  <a:cubicBezTo>
                    <a:pt x="18074" y="670045"/>
                    <a:pt x="0" y="651971"/>
                    <a:pt x="0" y="629675"/>
                  </a:cubicBezTo>
                  <a:lnTo>
                    <a:pt x="0" y="40370"/>
                  </a:lnTo>
                  <a:cubicBezTo>
                    <a:pt x="0" y="18074"/>
                    <a:pt x="18074" y="0"/>
                    <a:pt x="40370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1273066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547803" y="6249423"/>
            <a:ext cx="1947924" cy="12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4"/>
              </a:lnSpc>
            </a:pPr>
            <a:r>
              <a:rPr lang="en-US" b="true" sz="7138" spc="671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51181" y="6249423"/>
            <a:ext cx="1947924" cy="12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4"/>
              </a:lnSpc>
            </a:pPr>
            <a:r>
              <a:rPr lang="en-US" b="true" sz="7138" spc="671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51402" y="6249423"/>
            <a:ext cx="1947924" cy="12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4"/>
              </a:lnSpc>
            </a:pPr>
            <a:r>
              <a:rPr lang="en-US" b="true" sz="7138" spc="671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5632" y="7351064"/>
            <a:ext cx="4425897" cy="20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313" spc="5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2313" spc="5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odelar el árbol de expansión, permitiendo que una tarea derive en un proceso de desarrollo nuevo con sus propias horas y evidencia asociada.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12195" y="7351064"/>
            <a:ext cx="4425897" cy="20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313" spc="5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313" spc="5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iseñar la interfaz como un grafo de nodos conectados, donde cada nodo se amplía para mostrar el detalle del trabajo y enlaza con la etapa siguiente.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78749" y="7380591"/>
            <a:ext cx="4425897" cy="19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3" spc="5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Habilita</a:t>
            </a:r>
            <a:r>
              <a:rPr lang="en-US" sz="2413" spc="5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 un módulo de supervisión que entregue al administrador un resumen del trabajo realizado</a:t>
            </a:r>
          </a:p>
          <a:p>
            <a:pPr algn="ctr">
              <a:lnSpc>
                <a:spcPts val="22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1095" y="4329506"/>
            <a:ext cx="8307816" cy="145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 una página web en la cual se monitoreen los tiempos de conexión y entregue los valores diarios/semanal y mensual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21095" y="6739100"/>
            <a:ext cx="8307816" cy="145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 una aplicación híbrida para el monitoreo el cual le entregue al usuario informes gráficos mediante un pdf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04222" y="2444870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NEGOCIO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4222" y="1615133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PROPUESTA 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399961">
            <a:off x="11329998" y="-1574727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 flipV="true">
            <a:off x="1760232" y="4386656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760232" y="6796250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659918">
            <a:off x="-442221" y="-3550155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456161" y="2150715"/>
            <a:ext cx="6831839" cy="5485223"/>
            <a:chOff x="0" y="0"/>
            <a:chExt cx="7467600" cy="5995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8"/>
              <a:stretch>
                <a:fillRect l="-11202" t="0" r="-1120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28617" y="4051794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8617" y="6461388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4302" y="2932240"/>
            <a:ext cx="5127156" cy="254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478627" y="1685723"/>
            <a:ext cx="0" cy="691555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8502801" y="331078"/>
            <a:ext cx="10116277" cy="9454121"/>
          </a:xfrm>
          <a:custGeom>
            <a:avLst/>
            <a:gdLst/>
            <a:ahLst/>
            <a:cxnLst/>
            <a:rect r="r" b="b" t="t" l="l"/>
            <a:pathLst>
              <a:path h="9454121" w="10116277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DAHU1LiI5oU</dc:identifier>
  <dcterms:modified xsi:type="dcterms:W3CDTF">2011-08-01T06:04:30Z</dcterms:modified>
  <cp:revision>1</cp:revision>
  <dc:title>CLOCKWORK</dc:title>
</cp:coreProperties>
</file>